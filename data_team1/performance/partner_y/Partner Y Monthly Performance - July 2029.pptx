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Montserrat-boldItalic.fntdata"/><Relationship Id="rId9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9363"/>
          <a:stretch/>
        </p:blipFill>
        <p:spPr>
          <a:xfrm>
            <a:off x="152400" y="605350"/>
            <a:ext cx="8498849" cy="43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37100" y="47625"/>
            <a:ext cx="6104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Fuel Partner Y Business Performance July 2029</a:t>
            </a:r>
            <a:endParaRPr b="1" i="0" sz="1800" u="none" cap="none" strike="noStrik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