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Roboto Medium"/>
      <p:regular r:id="rId13"/>
      <p:bold r:id="rId14"/>
      <p:italic r:id="rId15"/>
      <p:boldItalic r:id="rId16"/>
    </p:embeddedFont>
    <p:embeddedFont>
      <p:font typeface="Roboto Light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F41AC5-55B0-410B-9194-42A254327AC3}">
  <a:tblStyle styleId="{2DF41AC5-55B0-410B-9194-42A254327AC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Italic.fntdata"/><Relationship Id="rId11" Type="http://schemas.openxmlformats.org/officeDocument/2006/relationships/font" Target="fonts/Roboto-italic.fntdata"/><Relationship Id="rId22" Type="http://schemas.openxmlformats.org/officeDocument/2006/relationships/font" Target="fonts/HelveticaNeue-bold.fntdata"/><Relationship Id="rId10" Type="http://schemas.openxmlformats.org/officeDocument/2006/relationships/font" Target="fonts/Roboto-bold.fntdata"/><Relationship Id="rId21" Type="http://schemas.openxmlformats.org/officeDocument/2006/relationships/font" Target="fonts/HelveticaNeue-regular.fntdata"/><Relationship Id="rId13" Type="http://schemas.openxmlformats.org/officeDocument/2006/relationships/font" Target="fonts/RobotoMedium-regular.fntdata"/><Relationship Id="rId24" Type="http://schemas.openxmlformats.org/officeDocument/2006/relationships/font" Target="fonts/HelveticaNeue-boldItalic.fntdata"/><Relationship Id="rId12" Type="http://schemas.openxmlformats.org/officeDocument/2006/relationships/font" Target="fonts/Roboto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regular.fntdata"/><Relationship Id="rId15" Type="http://schemas.openxmlformats.org/officeDocument/2006/relationships/font" Target="fonts/RobotoMedium-italic.fntdata"/><Relationship Id="rId14" Type="http://schemas.openxmlformats.org/officeDocument/2006/relationships/font" Target="fonts/RobotoMedium-bold.fntdata"/><Relationship Id="rId17" Type="http://schemas.openxmlformats.org/officeDocument/2006/relationships/font" Target="fonts/RobotoLight-regular.fntdata"/><Relationship Id="rId16" Type="http://schemas.openxmlformats.org/officeDocument/2006/relationships/font" Target="fonts/RobotoMedium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Light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62bc6f1ce_0_10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Intro Slide Options</a:t>
            </a:r>
            <a:endParaRPr/>
          </a:p>
        </p:txBody>
      </p:sp>
      <p:sp>
        <p:nvSpPr>
          <p:cNvPr id="98" name="Google Shape;98;g3e62bc6f1ce_0_10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62bc6f1ce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62bc6f1ce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1" showMasterSp="0">
  <p:cSld name="Text Styles_5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17922" y="294375"/>
            <a:ext cx="29535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None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517922" y="681966"/>
            <a:ext cx="8206200" cy="5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Light"/>
              <a:buNone/>
              <a:defRPr sz="2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 Light"/>
              <a:buNone/>
              <a:defRPr sz="4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517922" y="1552294"/>
            <a:ext cx="8418900" cy="21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○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■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○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■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○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■"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517922" y="1265053"/>
            <a:ext cx="67026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 Light"/>
              <a:buNone/>
              <a:defRPr sz="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5" name="Google Shape;55;p13"/>
          <p:cNvSpPr txBox="1"/>
          <p:nvPr/>
        </p:nvSpPr>
        <p:spPr>
          <a:xfrm>
            <a:off x="8642249" y="4731525"/>
            <a:ext cx="237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74F"/>
              </a:buClr>
              <a:buSzPts val="700"/>
              <a:buFont typeface="Helvetica Neue"/>
              <a:buNone/>
            </a:pPr>
            <a:fld id="{00000000-1234-1234-1234-123412341234}" type="slidenum">
              <a:rPr b="0" i="0" lang="en-GB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518093" y="4640314"/>
            <a:ext cx="237507" cy="243807"/>
            <a:chOff x="6830351" y="12374559"/>
            <a:chExt cx="1037149" cy="1064657"/>
          </a:xfrm>
        </p:grpSpPr>
        <p:sp>
          <p:nvSpPr>
            <p:cNvPr id="57" name="Google Shape;57;p13"/>
            <p:cNvSpPr/>
            <p:nvPr/>
          </p:nvSpPr>
          <p:spPr>
            <a:xfrm>
              <a:off x="7343887" y="12374559"/>
              <a:ext cx="523613" cy="1064657"/>
            </a:xfrm>
            <a:custGeom>
              <a:rect b="b" l="l" r="r" t="t"/>
              <a:pathLst>
                <a:path extrusionOk="0" h="69201" w="34034">
                  <a:moveTo>
                    <a:pt x="22602" y="0"/>
                  </a:moveTo>
                  <a:lnTo>
                    <a:pt x="20595" y="393"/>
                  </a:lnTo>
                  <a:lnTo>
                    <a:pt x="18719" y="1178"/>
                  </a:lnTo>
                  <a:lnTo>
                    <a:pt x="16973" y="2313"/>
                  </a:lnTo>
                  <a:lnTo>
                    <a:pt x="16188" y="3054"/>
                  </a:lnTo>
                  <a:lnTo>
                    <a:pt x="87" y="18413"/>
                  </a:lnTo>
                  <a:lnTo>
                    <a:pt x="0" y="50613"/>
                  </a:lnTo>
                  <a:lnTo>
                    <a:pt x="15882" y="66146"/>
                  </a:lnTo>
                  <a:lnTo>
                    <a:pt x="16668" y="66888"/>
                  </a:lnTo>
                  <a:lnTo>
                    <a:pt x="18413" y="68023"/>
                  </a:lnTo>
                  <a:lnTo>
                    <a:pt x="20289" y="68808"/>
                  </a:lnTo>
                  <a:lnTo>
                    <a:pt x="22253" y="69201"/>
                  </a:lnTo>
                  <a:lnTo>
                    <a:pt x="24260" y="69201"/>
                  </a:lnTo>
                  <a:lnTo>
                    <a:pt x="26223" y="68808"/>
                  </a:lnTo>
                  <a:lnTo>
                    <a:pt x="28143" y="68023"/>
                  </a:lnTo>
                  <a:lnTo>
                    <a:pt x="29845" y="66888"/>
                  </a:lnTo>
                  <a:lnTo>
                    <a:pt x="30630" y="66146"/>
                  </a:lnTo>
                  <a:lnTo>
                    <a:pt x="31372" y="65361"/>
                  </a:lnTo>
                  <a:lnTo>
                    <a:pt x="32550" y="63616"/>
                  </a:lnTo>
                  <a:lnTo>
                    <a:pt x="33292" y="61740"/>
                  </a:lnTo>
                  <a:lnTo>
                    <a:pt x="33685" y="59776"/>
                  </a:lnTo>
                  <a:lnTo>
                    <a:pt x="33685" y="57769"/>
                  </a:lnTo>
                  <a:lnTo>
                    <a:pt x="33292" y="55806"/>
                  </a:lnTo>
                  <a:lnTo>
                    <a:pt x="32550" y="53886"/>
                  </a:lnTo>
                  <a:lnTo>
                    <a:pt x="31372" y="52184"/>
                  </a:lnTo>
                  <a:lnTo>
                    <a:pt x="30630" y="51355"/>
                  </a:lnTo>
                  <a:lnTo>
                    <a:pt x="14094" y="34731"/>
                  </a:lnTo>
                  <a:lnTo>
                    <a:pt x="30979" y="17846"/>
                  </a:lnTo>
                  <a:lnTo>
                    <a:pt x="31721" y="17060"/>
                  </a:lnTo>
                  <a:lnTo>
                    <a:pt x="32856" y="15315"/>
                  </a:lnTo>
                  <a:lnTo>
                    <a:pt x="33641" y="13439"/>
                  </a:lnTo>
                  <a:lnTo>
                    <a:pt x="34034" y="11432"/>
                  </a:lnTo>
                  <a:lnTo>
                    <a:pt x="34034" y="9425"/>
                  </a:lnTo>
                  <a:lnTo>
                    <a:pt x="33641" y="7461"/>
                  </a:lnTo>
                  <a:lnTo>
                    <a:pt x="32856" y="5585"/>
                  </a:lnTo>
                  <a:lnTo>
                    <a:pt x="31721" y="3840"/>
                  </a:lnTo>
                  <a:lnTo>
                    <a:pt x="30979" y="3054"/>
                  </a:lnTo>
                  <a:lnTo>
                    <a:pt x="30194" y="2313"/>
                  </a:lnTo>
                  <a:lnTo>
                    <a:pt x="28449" y="1178"/>
                  </a:lnTo>
                  <a:lnTo>
                    <a:pt x="26572" y="393"/>
                  </a:lnTo>
                  <a:lnTo>
                    <a:pt x="246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835044" y="12375897"/>
              <a:ext cx="689433" cy="690094"/>
            </a:xfrm>
            <a:custGeom>
              <a:rect b="b" l="l" r="r" t="t"/>
              <a:pathLst>
                <a:path extrusionOk="0" h="44855" w="44812">
                  <a:moveTo>
                    <a:pt x="9425" y="0"/>
                  </a:moveTo>
                  <a:lnTo>
                    <a:pt x="7418" y="349"/>
                  </a:lnTo>
                  <a:lnTo>
                    <a:pt x="5542" y="1135"/>
                  </a:lnTo>
                  <a:lnTo>
                    <a:pt x="3797" y="2269"/>
                  </a:lnTo>
                  <a:lnTo>
                    <a:pt x="3011" y="3011"/>
                  </a:lnTo>
                  <a:lnTo>
                    <a:pt x="2270" y="3796"/>
                  </a:lnTo>
                  <a:lnTo>
                    <a:pt x="1135" y="5542"/>
                  </a:lnTo>
                  <a:lnTo>
                    <a:pt x="350" y="7418"/>
                  </a:lnTo>
                  <a:lnTo>
                    <a:pt x="1" y="9425"/>
                  </a:lnTo>
                  <a:lnTo>
                    <a:pt x="1" y="11432"/>
                  </a:lnTo>
                  <a:lnTo>
                    <a:pt x="350" y="13395"/>
                  </a:lnTo>
                  <a:lnTo>
                    <a:pt x="1135" y="15272"/>
                  </a:lnTo>
                  <a:lnTo>
                    <a:pt x="2270" y="17017"/>
                  </a:lnTo>
                  <a:lnTo>
                    <a:pt x="3011" y="17802"/>
                  </a:lnTo>
                  <a:lnTo>
                    <a:pt x="26966" y="41800"/>
                  </a:lnTo>
                  <a:lnTo>
                    <a:pt x="27751" y="42542"/>
                  </a:lnTo>
                  <a:lnTo>
                    <a:pt x="29496" y="43676"/>
                  </a:lnTo>
                  <a:lnTo>
                    <a:pt x="31373" y="44461"/>
                  </a:lnTo>
                  <a:lnTo>
                    <a:pt x="33336" y="44854"/>
                  </a:lnTo>
                  <a:lnTo>
                    <a:pt x="35343" y="44854"/>
                  </a:lnTo>
                  <a:lnTo>
                    <a:pt x="37350" y="44461"/>
                  </a:lnTo>
                  <a:lnTo>
                    <a:pt x="39226" y="43676"/>
                  </a:lnTo>
                  <a:lnTo>
                    <a:pt x="40972" y="42542"/>
                  </a:lnTo>
                  <a:lnTo>
                    <a:pt x="41757" y="41800"/>
                  </a:lnTo>
                  <a:lnTo>
                    <a:pt x="42499" y="41015"/>
                  </a:lnTo>
                  <a:lnTo>
                    <a:pt x="43677" y="39226"/>
                  </a:lnTo>
                  <a:lnTo>
                    <a:pt x="44419" y="37349"/>
                  </a:lnTo>
                  <a:lnTo>
                    <a:pt x="44811" y="35342"/>
                  </a:lnTo>
                  <a:lnTo>
                    <a:pt x="44811" y="33335"/>
                  </a:lnTo>
                  <a:lnTo>
                    <a:pt x="44462" y="31372"/>
                  </a:lnTo>
                  <a:lnTo>
                    <a:pt x="43677" y="29452"/>
                  </a:lnTo>
                  <a:lnTo>
                    <a:pt x="42542" y="27750"/>
                  </a:lnTo>
                  <a:lnTo>
                    <a:pt x="41801" y="26965"/>
                  </a:lnTo>
                  <a:lnTo>
                    <a:pt x="17803" y="3011"/>
                  </a:lnTo>
                  <a:lnTo>
                    <a:pt x="17017" y="2269"/>
                  </a:lnTo>
                  <a:lnTo>
                    <a:pt x="15272" y="1135"/>
                  </a:lnTo>
                  <a:lnTo>
                    <a:pt x="13396" y="349"/>
                  </a:lnTo>
                  <a:lnTo>
                    <a:pt x="114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6830351" y="12602118"/>
              <a:ext cx="695464" cy="837098"/>
            </a:xfrm>
            <a:custGeom>
              <a:rect b="b" l="l" r="r" t="t"/>
              <a:pathLst>
                <a:path extrusionOk="0" h="54410" w="45204">
                  <a:moveTo>
                    <a:pt x="29889" y="0"/>
                  </a:moveTo>
                  <a:lnTo>
                    <a:pt x="29976" y="218"/>
                  </a:lnTo>
                  <a:lnTo>
                    <a:pt x="30456" y="2487"/>
                  </a:lnTo>
                  <a:lnTo>
                    <a:pt x="30456" y="5236"/>
                  </a:lnTo>
                  <a:lnTo>
                    <a:pt x="30107" y="7287"/>
                  </a:lnTo>
                  <a:lnTo>
                    <a:pt x="29278" y="9468"/>
                  </a:lnTo>
                  <a:lnTo>
                    <a:pt x="27881" y="11694"/>
                  </a:lnTo>
                  <a:lnTo>
                    <a:pt x="26878" y="12741"/>
                  </a:lnTo>
                  <a:lnTo>
                    <a:pt x="3055" y="36608"/>
                  </a:lnTo>
                  <a:lnTo>
                    <a:pt x="2313" y="37393"/>
                  </a:lnTo>
                  <a:lnTo>
                    <a:pt x="1178" y="39095"/>
                  </a:lnTo>
                  <a:lnTo>
                    <a:pt x="393" y="41015"/>
                  </a:lnTo>
                  <a:lnTo>
                    <a:pt x="0" y="42978"/>
                  </a:lnTo>
                  <a:lnTo>
                    <a:pt x="0" y="44985"/>
                  </a:lnTo>
                  <a:lnTo>
                    <a:pt x="393" y="46949"/>
                  </a:lnTo>
                  <a:lnTo>
                    <a:pt x="1178" y="48825"/>
                  </a:lnTo>
                  <a:lnTo>
                    <a:pt x="2313" y="50570"/>
                  </a:lnTo>
                  <a:lnTo>
                    <a:pt x="3055" y="51355"/>
                  </a:lnTo>
                  <a:lnTo>
                    <a:pt x="3840" y="52097"/>
                  </a:lnTo>
                  <a:lnTo>
                    <a:pt x="5585" y="53232"/>
                  </a:lnTo>
                  <a:lnTo>
                    <a:pt x="7461" y="54017"/>
                  </a:lnTo>
                  <a:lnTo>
                    <a:pt x="9425" y="54410"/>
                  </a:lnTo>
                  <a:lnTo>
                    <a:pt x="11432" y="54410"/>
                  </a:lnTo>
                  <a:lnTo>
                    <a:pt x="13439" y="54017"/>
                  </a:lnTo>
                  <a:lnTo>
                    <a:pt x="15315" y="53232"/>
                  </a:lnTo>
                  <a:lnTo>
                    <a:pt x="17061" y="52097"/>
                  </a:lnTo>
                  <a:lnTo>
                    <a:pt x="17846" y="51355"/>
                  </a:lnTo>
                  <a:lnTo>
                    <a:pt x="42149" y="27052"/>
                  </a:lnTo>
                  <a:lnTo>
                    <a:pt x="42891" y="26267"/>
                  </a:lnTo>
                  <a:lnTo>
                    <a:pt x="44026" y="24522"/>
                  </a:lnTo>
                  <a:lnTo>
                    <a:pt x="44811" y="22645"/>
                  </a:lnTo>
                  <a:lnTo>
                    <a:pt x="45204" y="20638"/>
                  </a:lnTo>
                  <a:lnTo>
                    <a:pt x="45204" y="18631"/>
                  </a:lnTo>
                  <a:lnTo>
                    <a:pt x="44811" y="16668"/>
                  </a:lnTo>
                  <a:lnTo>
                    <a:pt x="44026" y="14792"/>
                  </a:lnTo>
                  <a:lnTo>
                    <a:pt x="42891" y="13046"/>
                  </a:lnTo>
                  <a:lnTo>
                    <a:pt x="42149" y="12261"/>
                  </a:lnTo>
                  <a:lnTo>
                    <a:pt x="42062" y="12174"/>
                  </a:lnTo>
                  <a:lnTo>
                    <a:pt x="298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Body" showMasterSp="0">
  <p:cSld name="Title 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-100" y="4891500"/>
            <a:ext cx="9144000" cy="252000"/>
          </a:xfrm>
          <a:prstGeom prst="rect">
            <a:avLst/>
          </a:prstGeom>
        </p:spPr>
        <p:txBody>
          <a:bodyPr anchorCtr="0" anchor="b" bIns="18000" lIns="36000" spcFirstLastPara="1" rIns="36000" wrap="square" tIns="18000">
            <a:normAutofit/>
          </a:bodyPr>
          <a:lstStyle>
            <a:lvl1pPr indent="-2667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●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667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○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667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■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667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●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667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○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667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■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2667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●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667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○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667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Roboto Light"/>
              <a:buChar char="■"/>
              <a:defRPr sz="600">
                <a:solidFill>
                  <a:srgbClr val="999999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14"/>
          <p:cNvSpPr/>
          <p:nvPr/>
        </p:nvSpPr>
        <p:spPr>
          <a:xfrm>
            <a:off x="9197904" y="0"/>
            <a:ext cx="599400" cy="258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8642249" y="4731525"/>
            <a:ext cx="237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74F"/>
              </a:buClr>
              <a:buSzPts val="700"/>
              <a:buFont typeface="Helvetica Neue"/>
              <a:buNone/>
            </a:pPr>
            <a:fld id="{00000000-1234-1234-1234-123412341234}" type="slidenum">
              <a:rPr b="0" i="0" lang="en-GB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31875" y="386700"/>
            <a:ext cx="82800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D6400"/>
              </a:buClr>
              <a:buSzPts val="2000"/>
              <a:buFont typeface="Roboto"/>
              <a:buNone/>
              <a:defRPr sz="2000">
                <a:solidFill>
                  <a:srgbClr val="FD64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None/>
              <a:def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14"/>
          <p:cNvSpPr/>
          <p:nvPr/>
        </p:nvSpPr>
        <p:spPr>
          <a:xfrm>
            <a:off x="9276722" y="277447"/>
            <a:ext cx="201600" cy="20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rPr lang="en-GB" sz="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CX</a:t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9276722" y="506248"/>
            <a:ext cx="201600" cy="2016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9276722" y="1192650"/>
            <a:ext cx="201600" cy="201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rPr lang="en-GB" sz="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TechX</a:t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9276722" y="1421451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E2E4E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9276722" y="735049"/>
            <a:ext cx="201600" cy="201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9276722" y="963849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9516887" y="48646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1788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Helvetica Neue"/>
              <a:buNone/>
            </a:pPr>
            <a:r>
              <a:rPr lang="en-GB" sz="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eCom</a:t>
            </a:r>
            <a:endParaRPr sz="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9516887" y="277447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16A8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9516887" y="506248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DCF2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9516887" y="735049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D64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rPr lang="en-GB" sz="5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EDx</a:t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9516887" y="963849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E96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9516887" y="1192650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FC7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9276722" y="1650251"/>
            <a:ext cx="201600" cy="201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rPr lang="en-GB" sz="5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Body font</a:t>
            </a:r>
            <a:endParaRPr i="0" sz="5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9516887" y="1650251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rPr lang="en-GB" sz="5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Footer</a:t>
            </a:r>
            <a:endParaRPr sz="5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rPr lang="en-GB" sz="5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font</a:t>
            </a:r>
            <a:endParaRPr i="0" sz="5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9276722" y="1879052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E13431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9276722" y="2336654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51B363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9276712" y="2107853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1BD27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9516897" y="1879052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FB9AB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9516897" y="2336654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C5E7BF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9516887" y="2107853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FFECAF"/>
          </a:solidFill>
          <a:ln>
            <a:noFill/>
          </a:ln>
        </p:spPr>
        <p:txBody>
          <a:bodyPr anchorCtr="0" anchor="ctr" bIns="7150" lIns="7150" spcFirstLastPara="1" rIns="7150" wrap="square" tIns="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9276722" y="48646"/>
            <a:ext cx="201600" cy="201600"/>
          </a:xfrm>
          <a:prstGeom prst="roundRect">
            <a:avLst>
              <a:gd fmla="val 16667" name="adj"/>
            </a:avLst>
          </a:prstGeom>
          <a:solidFill>
            <a:srgbClr val="003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Helvetica Neue"/>
              <a:buNone/>
            </a:pPr>
            <a:r>
              <a:t/>
            </a:r>
            <a:endParaRPr b="0" i="0" sz="5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431875" y="1170000"/>
            <a:ext cx="8280000" cy="3330000"/>
          </a:xfrm>
          <a:prstGeom prst="rect">
            <a:avLst/>
          </a:prstGeom>
        </p:spPr>
        <p:txBody>
          <a:bodyPr anchorCtr="0" anchor="t" bIns="36000" lIns="36000" spcFirstLastPara="1" rIns="36000" wrap="square" tIns="3600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○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■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○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■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○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■"/>
              <a:defRPr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87" name="Google Shape;8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253" y="4599830"/>
            <a:ext cx="1126464" cy="400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72">
          <p15:clr>
            <a:srgbClr val="FA7B17"/>
          </p15:clr>
        </p15:guide>
        <p15:guide id="2" pos="5488">
          <p15:clr>
            <a:srgbClr val="FA7B17"/>
          </p15:clr>
        </p15:guide>
        <p15:guide id="3" orient="horz" pos="737">
          <p15:clr>
            <a:srgbClr val="FA7B17"/>
          </p15:clr>
        </p15:guide>
        <p15:guide id="4" orient="horz" pos="2835">
          <p15:clr>
            <a:srgbClr val="FA7B17"/>
          </p15:clr>
        </p15:guide>
        <p15:guide id="5" orient="horz" pos="3084">
          <p15:clr>
            <a:srgbClr val="FA7B17"/>
          </p15:clr>
        </p15:guide>
        <p15:guide id="6" orient="horz" pos="606">
          <p15:clr>
            <a:srgbClr val="E46962"/>
          </p15:clr>
        </p15:guide>
        <p15:guide id="7" orient="horz" pos="24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image" showMasterSp="0">
  <p:cSld name="Text Styles_6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43069" y="596091"/>
            <a:ext cx="4028700" cy="6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00"/>
              <a:buFont typeface="Roboto Medium"/>
              <a:buNone/>
              <a:defRPr sz="3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 Light"/>
              <a:buNone/>
              <a:defRPr sz="3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342900" y="1572768"/>
            <a:ext cx="4029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1" name="Google Shape;91;p15"/>
          <p:cNvSpPr txBox="1"/>
          <p:nvPr/>
        </p:nvSpPr>
        <p:spPr>
          <a:xfrm>
            <a:off x="8311753" y="4726172"/>
            <a:ext cx="489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Helvetica Neue"/>
              <a:buNone/>
            </a:pPr>
            <a:fld id="{00000000-1234-1234-1234-123412341234}" type="slidenum"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8311753" y="4726172"/>
            <a:ext cx="489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Helvetica Neue"/>
              <a:buNone/>
            </a:pPr>
            <a:fld id="{00000000-1234-1234-1234-123412341234}" type="slidenum"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5"/>
          <p:cNvSpPr txBox="1"/>
          <p:nvPr>
            <p:ph idx="2" type="subTitle"/>
          </p:nvPr>
        </p:nvSpPr>
        <p:spPr>
          <a:xfrm>
            <a:off x="342900" y="2176272"/>
            <a:ext cx="4029000" cy="1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None/>
              <a:defRPr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None/>
              <a:defRPr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4" name="Google Shape;94;p15"/>
          <p:cNvSpPr/>
          <p:nvPr>
            <p:ph idx="3" type="pic"/>
          </p:nvPr>
        </p:nvSpPr>
        <p:spPr>
          <a:xfrm>
            <a:off x="4566656" y="385219"/>
            <a:ext cx="4234500" cy="4441200"/>
          </a:xfrm>
          <a:prstGeom prst="rect">
            <a:avLst/>
          </a:prstGeom>
          <a:noFill/>
          <a:ln>
            <a:noFill/>
          </a:ln>
        </p:spPr>
      </p:sp>
      <p:pic>
        <p:nvPicPr>
          <p:cNvPr id="95" name="Google Shape;9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253" y="4599830"/>
            <a:ext cx="1126464" cy="400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2">
          <p15:clr>
            <a:srgbClr val="FA7B17"/>
          </p15:clr>
        </p15:guide>
        <p15:guide id="2" pos="2754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0895" r="15557" t="0"/>
          <a:stretch/>
        </p:blipFill>
        <p:spPr>
          <a:xfrm>
            <a:off x="4261912" y="51188"/>
            <a:ext cx="4539244" cy="4760905"/>
          </a:xfrm>
          <a:prstGeom prst="rect">
            <a:avLst/>
          </a:prstGeom>
        </p:spPr>
      </p:pic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6116" y="0"/>
            <a:ext cx="710788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8311753" y="4726172"/>
            <a:ext cx="4893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Helvetica Neue"/>
              <a:buNone/>
            </a:pPr>
            <a:fld id="{00000000-1234-1234-1234-123412341234}" type="slidenum">
              <a:rPr lang="en-GB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343069" y="1510491"/>
            <a:ext cx="40287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D6400"/>
                </a:solidFill>
                <a:latin typeface="Roboto Medium"/>
                <a:ea typeface="Roboto Medium"/>
                <a:cs typeface="Roboto Medium"/>
                <a:sym typeface="Roboto Medium"/>
              </a:rPr>
              <a:t>Partner Y</a:t>
            </a:r>
            <a:endParaRPr sz="3400">
              <a:solidFill>
                <a:srgbClr val="FD64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D6400"/>
                </a:solidFill>
                <a:latin typeface="Roboto Medium"/>
                <a:ea typeface="Roboto Medium"/>
                <a:cs typeface="Roboto Medium"/>
                <a:sym typeface="Roboto Medium"/>
              </a:rPr>
              <a:t>Strategy</a:t>
            </a:r>
            <a:endParaRPr sz="3400">
              <a:solidFill>
                <a:srgbClr val="FD64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-100" y="4891500"/>
            <a:ext cx="9144000" cy="252000"/>
          </a:xfrm>
          <a:prstGeom prst="rect">
            <a:avLst/>
          </a:prstGeom>
        </p:spPr>
        <p:txBody>
          <a:bodyPr anchorCtr="0" anchor="b" bIns="18000" lIns="36000" spcFirstLastPara="1" rIns="36000" wrap="square" tIns="18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431875" y="386700"/>
            <a:ext cx="82800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F30 Strategy on a Page</a:t>
            </a:r>
            <a:endParaRPr/>
          </a:p>
        </p:txBody>
      </p:sp>
      <p:graphicFrame>
        <p:nvGraphicFramePr>
          <p:cNvPr id="110" name="Google Shape;110;p17"/>
          <p:cNvGraphicFramePr/>
          <p:nvPr/>
        </p:nvGraphicFramePr>
        <p:xfrm>
          <a:off x="431875" y="117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{2DF41AC5-55B0-410B-9194-42A254327AC3}</a:tableStyleId>
              </a:tblPr>
              <a:tblGrid>
                <a:gridCol w="1156750"/>
                <a:gridCol w="2179575"/>
                <a:gridCol w="2948075"/>
                <a:gridCol w="1995575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Pillar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Objective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Key Execution Tactic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KPI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Active Base Growth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Convert customers to identified members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10¢/L Welcome Discount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 + Frictionless app onboarding.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1.5M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Fuel Volume Lift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Drive incremental liters and visit frequency.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"Litre Ledger"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 tiered rewards and dynamic pricing alerts.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+8%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(from 38 avg L to 41)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Convenience Conversion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Pull fuel customers into store for high-margin purchases.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"Fuel + 1"</a:t>
                      </a: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 real-time mobile offers (e.g., $2 Coffee while pumping).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32% co-buy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